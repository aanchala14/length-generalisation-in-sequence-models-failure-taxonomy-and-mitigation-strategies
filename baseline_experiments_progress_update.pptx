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c0c451de34edc" /><Relationship Type="http://schemas.openxmlformats.org/officeDocument/2006/relationships/extended-properties" Target="/docProps/app.xml" Id="R304a2a48af594ee3" /><Relationship Type="http://schemas.openxmlformats.org/officeDocument/2006/relationships/officeDocument" Target="/ppt/presentation.xml" Id="R949da4dc7806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3892f54444507"/>
  </p:sldMasterIdLst>
  <p:notesMasterIdLst>
    <p:notesMasterId xmlns:r="http://schemas.openxmlformats.org/officeDocument/2006/relationships" r:id="Red38fe6f893045ef"/>
  </p:notesMasterIdLst>
  <p:sldIdLst>
    <p:sldId xmlns:r="http://schemas.openxmlformats.org/officeDocument/2006/relationships" id="256" r:id="Rcedc6ceef9454e12"/>
    <p:sldId xmlns:r="http://schemas.openxmlformats.org/officeDocument/2006/relationships" id="257" r:id="Rce531989e5aa4bb0"/>
    <p:sldId xmlns:r="http://schemas.openxmlformats.org/officeDocument/2006/relationships" id="258" r:id="Rbd3246e6cc5449be"/>
    <p:sldId xmlns:r="http://schemas.openxmlformats.org/officeDocument/2006/relationships" id="259" r:id="R4741315ebcf04eac"/>
    <p:sldId xmlns:r="http://schemas.openxmlformats.org/officeDocument/2006/relationships" id="260" r:id="R1d4a67df51a94146"/>
    <p:sldId xmlns:r="http://schemas.openxmlformats.org/officeDocument/2006/relationships" id="261" r:id="R727b429e22654bc7"/>
    <p:sldId xmlns:r="http://schemas.openxmlformats.org/officeDocument/2006/relationships" id="262" r:id="R90c563ae4cc74aaa"/>
    <p:sldId xmlns:r="http://schemas.openxmlformats.org/officeDocument/2006/relationships" id="263" r:id="R8d9befc6780641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f57c65c7d43a4" /><Relationship Type="http://schemas.openxmlformats.org/officeDocument/2006/relationships/slideMaster" Target="/ppt/slideMasters/slideMaster1.xml" Id="R8333892f54444507" /><Relationship Type="http://schemas.openxmlformats.org/officeDocument/2006/relationships/notesMaster" Target="/ppt/notesMasters/notesMaster1.xml" Id="Red38fe6f893045ef" /><Relationship Type="http://schemas.openxmlformats.org/officeDocument/2006/relationships/presProps" Target="/ppt/presProps.xml" Id="Re3d84acfeb2f4634" /><Relationship Type="http://schemas.openxmlformats.org/officeDocument/2006/relationships/tableStyles" Target="/ppt/tableStyles.xml" Id="Rd0f363722ef44960" /><Relationship Type="http://schemas.openxmlformats.org/officeDocument/2006/relationships/slide" Target="/ppt/slides/slide1.xml" Id="Rcedc6ceef9454e12" /><Relationship Type="http://schemas.openxmlformats.org/officeDocument/2006/relationships/slide" Target="/ppt/slides/slide2.xml" Id="Rce531989e5aa4bb0" /><Relationship Type="http://schemas.openxmlformats.org/officeDocument/2006/relationships/slide" Target="/ppt/slides/slide3.xml" Id="Rbd3246e6cc5449be" /><Relationship Type="http://schemas.openxmlformats.org/officeDocument/2006/relationships/slide" Target="/ppt/slides/slide4.xml" Id="R4741315ebcf04eac" /><Relationship Type="http://schemas.openxmlformats.org/officeDocument/2006/relationships/slide" Target="/ppt/slides/slide5.xml" Id="R1d4a67df51a94146" /><Relationship Type="http://schemas.openxmlformats.org/officeDocument/2006/relationships/slide" Target="/ppt/slides/slide6.xml" Id="R727b429e22654bc7" /><Relationship Type="http://schemas.openxmlformats.org/officeDocument/2006/relationships/slide" Target="/ppt/slides/slide7.xml" Id="R90c563ae4cc74aaa" /><Relationship Type="http://schemas.openxmlformats.org/officeDocument/2006/relationships/slide" Target="/ppt/slides/slide8.xml" Id="R8d9befc67806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2e83cf821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c93741a834324" /><Relationship Type="http://schemas.openxmlformats.org/officeDocument/2006/relationships/notesMaster" Target="/ppt/notesMasters/notesMaster1.xml" Id="Racdc055129cb4a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c389ea1cb540ab" /><Relationship Type="http://schemas.openxmlformats.org/officeDocument/2006/relationships/notesMaster" Target="/ppt/notesMasters/notesMaster1.xml" Id="R9d4251fbd01048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8217569102455f" /><Relationship Type="http://schemas.openxmlformats.org/officeDocument/2006/relationships/notesMaster" Target="/ppt/notesMasters/notesMaster1.xml" Id="R554057e8eea44d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7248d8c7cc4b86" /><Relationship Type="http://schemas.openxmlformats.org/officeDocument/2006/relationships/notesMaster" Target="/ppt/notesMasters/notesMaster1.xml" Id="R9b5ec867a04548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acc9f92fbf4b19" /><Relationship Type="http://schemas.openxmlformats.org/officeDocument/2006/relationships/notesMaster" Target="/ppt/notesMasters/notesMaster1.xml" Id="Ra986fe09c7cf48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e9bef5b853413f" /><Relationship Type="http://schemas.openxmlformats.org/officeDocument/2006/relationships/notesMaster" Target="/ppt/notesMasters/notesMaster1.xml" Id="R42e8427c253443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901cb24353433f" /><Relationship Type="http://schemas.openxmlformats.org/officeDocument/2006/relationships/notesMaster" Target="/ppt/notesMasters/notesMaster1.xml" Id="R141a6ec00b5640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00575d3e24bcd" /><Relationship Type="http://schemas.openxmlformats.org/officeDocument/2006/relationships/notesMaster" Target="/ppt/notesMasters/notesMaster1.xml" Id="R750f7c4f93ed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bf9f14104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28c3bec074c6d" /><Relationship Type="http://schemas.openxmlformats.org/officeDocument/2006/relationships/slideLayout" Target="/ppt/slideLayouts/slideLayout1.xml" Id="R6bc3a5f1961a4c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3a5f1961a4c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426fc2aae4200" /><Relationship Type="http://schemas.openxmlformats.org/officeDocument/2006/relationships/notesSlide" Target="/ppt/notesSlides/notesSlide1.xml" Id="Red3211245e704b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6f35f88664795" /><Relationship Type="http://schemas.openxmlformats.org/officeDocument/2006/relationships/notesSlide" Target="/ppt/notesSlides/notesSlide2.xml" Id="R926def121c224e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2f8391e334126" /><Relationship Type="http://schemas.openxmlformats.org/officeDocument/2006/relationships/notesSlide" Target="/ppt/notesSlides/notesSlide3.xml" Id="R69bfe8afc6a143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c20f22fab4bc9" /><Relationship Type="http://schemas.openxmlformats.org/officeDocument/2006/relationships/notesSlide" Target="/ppt/notesSlides/notesSlide4.xml" Id="R8a3397b6df1949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01fcf9e5a46d0" /><Relationship Type="http://schemas.openxmlformats.org/officeDocument/2006/relationships/notesSlide" Target="/ppt/notesSlides/notesSlide5.xml" Id="R350cb94be80f4d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87a98e400425b" /><Relationship Type="http://schemas.openxmlformats.org/officeDocument/2006/relationships/notesSlide" Target="/ppt/notesSlides/notesSlide6.xml" Id="Rfd5db7ac516444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8e9f62b454f39" /><Relationship Type="http://schemas.openxmlformats.org/officeDocument/2006/relationships/image" Target="/ppt/media/image.png" Id="Ra7cf0394e2c0433a" /><Relationship Type="http://schemas.openxmlformats.org/officeDocument/2006/relationships/image" Target="/ppt/media/image2.png" Id="Rddb397154ad3445b" /><Relationship Type="http://schemas.openxmlformats.org/officeDocument/2006/relationships/notesSlide" Target="/ppt/notesSlides/notesSlide7.xml" Id="R8c22ab6ea6dd42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493260e0746e4" /><Relationship Type="http://schemas.openxmlformats.org/officeDocument/2006/relationships/notesSlide" Target="/ppt/notesSlides/notesSlide8.xml" Id="Rdb3c6ab814cf4e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C67D7-7289-4008-BC3C-2A1FB656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Baseline Experiments and Initial Failure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33554-551B-463B-9D65-961319CB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8F2"/>
                </a:solidFill>
              </a:defRPr>
            </a:pPr>
            <a:r>
              <a:rPr sz="1800" b="0">
                <a:solidFill>
                  <a:srgbClr val="DDE8F2"/>
                </a:solidFill>
              </a:rPr>
              <a:t>Progress update toward Week 7: synthetic task baselines, validation results,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939AC-7F85-4B85-A2C6-B206534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8F2"/>
                </a:solidFill>
              </a:defRPr>
            </a:pPr>
            <a:r>
              <a:rPr sz="1500" b="0">
                <a:solidFill>
                  <a:srgbClr val="DDE8F2"/>
                </a:solidFill>
              </a:rPr>
              <a:t>Length generalisation in Transformer sequence models</a:t>
            </a:r>
          </a:p>
        </p:txBody>
      </p:sp>
    </p:spTree>
    <p:extLst>
      <p:ext uri="{BB962C8B-B14F-4D97-AF65-F5344CB8AC3E}">
        <p14:creationId xmlns:p14="http://schemas.microsoft.com/office/powerpoint/2010/main" val="8455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F9FC1-9201-402E-AD83-226A1266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We have completed the first baseline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1D216-DE30-49B1-8BCE-F2AF9B8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The project is now between baseline experiments and failure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EAC5A-326B-4C5F-8C3A-285C015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190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DA638-A962-4A30-B315-73787AC8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BAFB6-23C3-48D0-A9F5-44FD80A8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What is done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040F5-6A9D-4E9B-82BC-6928C2C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7717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Four synthetic tasks are implemented, generated, trained, and evaluated with a learned-position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D6824-B007-4253-8706-04463897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190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3CB02-99B2-4127-8AA7-E64B23A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2BDED-93CA-4311-AED1-DC170E40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907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What is learned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93611-14F4-4C8E-BD4B-A1B1380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9800"/>
            <a:ext cx="27717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Delayed copy and reverse show clean train-short/test-long failure. Addition needs shorter training length.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27B05-6E3A-48F2-BF65-F0F615C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190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B6A3B-A4F3-40E5-88D2-635192F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912C6-437C-44C5-9EA4-FBE0FA8C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907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What is not 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6231C-E833-474E-99DD-0F768C2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7717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Associative recall remains weak even after easier diagnostics, so it should not be scaled yet.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F2B71-7FBA-4E93-BF1E-A87E912C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1E"/>
                </a:solidFill>
              </a:defRPr>
            </a:pPr>
            <a:r>
              <a:rPr sz="1800" b="0">
                <a:solidFill>
                  <a:srgbClr val="161A1E"/>
                </a:solidFill>
              </a:rPr>
              <a:t>• This is progress toward Week 7, not the final Week 7 experiment matrix.</a:t>
            </a:r>
          </a:p>
          <a:p xmlns:a="http://schemas.openxmlformats.org/drawingml/2006/main">
            <a:pPr algn="l">
              <a:defRPr sz="1800" b="0">
                <a:solidFill>
                  <a:srgbClr val="161A1E"/>
                </a:solidFill>
              </a:defRPr>
            </a:pPr>
            <a:r>
              <a:rPr sz="1800" b="0">
                <a:solidFill>
                  <a:srgbClr val="161A1E"/>
                </a:solidFill>
              </a:rPr>
              <a:t>• The next stage is positional encoding comparison on validated tasks.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F00D0-0891-4859-9034-9F3D1F4B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6BA3B-6101-4332-9480-1A85870B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70188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EDC9F-646B-4F4D-8614-7EF0727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The current task set covers memory, order, arithmetic, and 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85111-DF75-42F5-81C1-A5147C5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All tasks follow the train-short/test-long protocol up to 1024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FD963-6956-4145-BF4E-82AC4B2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9F213-2C91-4F43-B79F-E0D44344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0748A-71C4-4CB3-9874-3A53C76D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Delayed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DC486-92BD-4975-9BA1-A1409D9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Recall an earlier sequence after a separator.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530A5-56CC-4C86-8E9C-55FF38D4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A7D2F-54E0-4FB2-AD58-FE5AE5F5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7AB0B-71D2-41F6-B441-045FAF1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002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Reverse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0E3DA-1E8C-42A0-AB6B-29EE4C61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193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Output tokens in the opposite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253C1-45A2-425E-B068-36C7B83C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DF6B9-E1AD-4F5D-9B13-A5147EDD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62725-7551-4EAA-9569-44DD5B57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Addition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6A28B-2FE2-499A-B5F5-B462AC9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Digit-wise arithmetic with carry propagation.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8C26D-BC08-4614-9083-9A914CA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4287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65F9B-1747-4023-B4ED-CB59CA37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428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FEDFC-5EB0-494E-BB58-31BBAA20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002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Associative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622EF-41F0-427E-B798-EDB71C56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193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Retrieve a value paired with a queried key.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FFF63-3F9C-49DF-93BE-ACE9107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A45"/>
                </a:solidFill>
              </a:defRPr>
            </a:pPr>
            <a:r>
              <a:rPr sz="2100" b="1">
                <a:solidFill>
                  <a:srgbClr val="182A45"/>
                </a:solidFill>
              </a:rPr>
              <a:t>Baseline 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5E1A3-91B5-4D50-A3C3-5AB6847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1A1E"/>
                </a:solidFill>
              </a:defRPr>
            </a:pPr>
            <a:r>
              <a:rPr sz="1725" b="0">
                <a:solidFill>
                  <a:srgbClr val="161A1E"/>
                </a:solidFill>
              </a:rPr>
              <a:t>• Transformer encoder baseline with learned absolute positional embeddings</a:t>
            </a:r>
          </a:p>
          <a:p xmlns:a="http://schemas.openxmlformats.org/drawingml/2006/main">
            <a:pPr algn="l">
              <a:defRPr sz="1725" b="0">
                <a:solidFill>
                  <a:srgbClr val="161A1E"/>
                </a:solidFill>
              </a:defRPr>
            </a:pPr>
            <a:r>
              <a:rPr sz="1725" b="0">
                <a:solidFill>
                  <a:srgbClr val="161A1E"/>
                </a:solidFill>
              </a:rPr>
              <a:t>• Primary maximum test length: 1024</a:t>
            </a:r>
          </a:p>
          <a:p xmlns:a="http://schemas.openxmlformats.org/drawingml/2006/main">
            <a:pPr algn="l">
              <a:defRPr sz="1725" b="0">
                <a:solidFill>
                  <a:srgbClr val="161A1E"/>
                </a:solidFill>
              </a:defRPr>
            </a:pPr>
            <a:r>
              <a:rPr sz="1725" b="0">
                <a:solidFill>
                  <a:srgbClr val="161A1E"/>
                </a:solidFill>
              </a:rPr>
              <a:t>• Metrics: token accuracy and exact-match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C3BB3-3C1D-4B9D-90F3-5522198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407D4-2E82-4736-8714-591FDF9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67876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879B0B-9CA1-4E15-AE4F-6A312A3C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Two tasks show clean length-generalisation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3A0BD-5205-4C46-8D6F-E21D961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The model solves the training length, then collapses on longer unseen lengths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F895-CC00-4849-869F-45B7EAEF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477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9E79A-91B5-4C1E-AD68-D42133D1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2F5C5-316C-4600-84EE-22557B9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97AAF-4350-405B-BD53-E1C3EBB4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C9170-1AB7-4946-94D5-2BD7760D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19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091B5-FCF2-49E3-AF67-27EBEEB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204F2-E43D-4065-B556-5840BDF3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 128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7BD96-8DED-42AC-B318-5AC6A944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24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7BF7B-0D18-48C9-A64A-EA631305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 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81B69-0EF7-4BE3-B3BC-2BD2FDAB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FBF6D-1367-465C-9C6B-14E352A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19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 1024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113D9-D073-4056-8973-2E584813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96030-379D-4EE6-B9A0-94D973B8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72370-143C-4CA6-91D7-0E914BD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FACEB-8977-4009-985B-C1D200C6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Delayed copy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BB530-5916-4D3A-9B40-F29D38FE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9F2C9-9733-42F0-B955-C42856E9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71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BA5D1-D0FB-42AC-A9FB-123FE327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EE88B-CFD7-4D30-ABAA-C06C5EB5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100% exact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1B921-DA95-4679-B781-1A9333E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2EEED-403E-44A4-B035-BC0D20E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 exact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675EC-F934-4E31-B6E2-86EEF75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104FC-F5E5-4D5E-AD54-C96EE0D5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71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 exact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428065-2E2C-444D-8E67-1C989C1A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A2EFA-B371-45B2-8F5E-77B07181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Learns short length; fails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3AA49-3B9D-42B4-8A96-C2D05D45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60B74-BBA7-4E3A-92DA-F4917E1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Reverse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96150F-1916-425B-9263-12F11C2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C9BDA-3816-423E-85F7-01DF921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87553-ABA0-40B8-ADEC-2420300F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4A3790-AC2C-4221-A932-63928384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100% exact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8F608-6BC1-4FE4-8879-EB6D321B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C144A-867A-4383-82B3-922E5CFA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 exact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012403-D7DE-49F4-9DDD-1A419FD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886992-B8DA-465D-B12C-E2F46E91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 exact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96B8A1-2AD7-4FA5-9333-56FA71E9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D1C790-F4FE-4144-A97B-6BB26C3B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Learns short length; fails extrapolation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541018-9E4A-4F7B-AF2B-3DD3F26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81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B77C28-417A-4958-94F3-1DAC52E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3E5194-6701-4265-AB39-C7E18303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939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Main takeaway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C5B2BF-578A-48B6-8ACF-13D2FD0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39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Delayed copy and reverse are ready for positional-encoding comparison because the baseline has learned the training distribution but fails beyond it.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9723F1-5069-4606-B616-B6D1A3C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EDB105-4332-4831-B31A-850359F9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413876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9E0C1E-45BE-4775-929B-7394AD71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Addition works only after reducing the training length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7B9A1-34A9-4019-B7FD-D5D0E87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This separates task learnability from length extrapolation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83DD8-3593-4606-8EC8-5F6FF5E0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1085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C01EA-0614-466F-8B42-F450C423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D25CA-7098-4EE1-A2B8-8D24C30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28B9B-2D10-4149-B7E6-4C8EAB75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763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B1B67-148E-4B1C-8E22-299FC61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Train length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F164-1D98-4B85-AE3E-F7B8EECE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763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63F46-189B-4801-94E3-199B5C70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Exact@train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52DB-4D61-4BFB-9628-3621187F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01DDE-D92F-4D95-9A12-EFC3323E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Exact@next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7ABE1-1641-4BCB-96B7-E7DEA66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763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94FD1-35EE-4673-8E31-E5839C7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Token@1024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A4F0D-303F-4972-8821-807A3AE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7637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2C8B3-7609-4A48-BD61-A62B743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7B5B4-CD0C-40DC-9174-9B6AC91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97068-B961-4C22-9819-AF1E363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Initial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239BE-EF2B-4C21-B0DB-048DDD2A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97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B8CE1-6CD1-4964-84F8-50C9BBA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50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9A7C6-E6DA-49A2-9AB5-D6443D59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97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E8C2B-F2C5-42F5-AD58-7F197C7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AB344-3F96-4885-86C7-EFC33B0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97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8A0E2-4EBE-453D-AE1C-D2B4108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050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CAFF7-D4B6-4DD8-ABC3-3FE177C4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97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297A0-DC8C-4F54-9B86-7ED3C27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050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10.1%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8CEDD-BA5E-40C3-93BD-C48F2CAA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977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6133D4-0182-4705-840A-051952F0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0502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Too hard at 128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D978A-B810-4A49-B4AD-3344A92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8C3B3B-0D2D-4D2A-97D9-02F145A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50D4B7-5E7B-483D-AF96-40529E7E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431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20F86-594B-459D-A0FB-766702A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384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8EFEB-93AC-46BE-B628-B5F2CCB7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431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A82FB-5F41-4FEE-A488-776CF954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384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94.6%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6D7080-EA46-45D1-ACD3-9274483D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21FD15-9102-4F0D-88F1-10505939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384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F6932E-41F5-4DE6-AACF-1317D476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431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517ED-E4DB-4946-A41A-018FD74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10.1%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364105-6310-441E-8B25-05B0C049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4317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A9B804-712E-471A-A76E-B92D5B7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842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Learns short length; fails longer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F23384-473A-4CC8-8F49-547930F8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1A1E"/>
                </a:solidFill>
              </a:defRPr>
            </a:pPr>
            <a:r>
              <a:rPr sz="1800" b="0">
                <a:solidFill>
                  <a:srgbClr val="161A1E"/>
                </a:solidFill>
              </a:rPr>
              <a:t>• For addition, train length 16 is the validated baseline for PE comparison.</a:t>
            </a:r>
          </a:p>
          <a:p xmlns:a="http://schemas.openxmlformats.org/drawingml/2006/main">
            <a:pPr algn="l">
              <a:defRPr sz="1800" b="0">
                <a:solidFill>
                  <a:srgbClr val="161A1E"/>
                </a:solidFill>
              </a:defRPr>
            </a:pPr>
            <a:r>
              <a:rPr sz="1800" b="0">
                <a:solidFill>
                  <a:srgbClr val="161A1E"/>
                </a:solidFill>
              </a:rPr>
              <a:t>• Train length 128 is useful evidence of training-length difficulty, not extrapolation.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B5D79C-7EC1-435A-A33D-6617C29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9DA136-99D9-4339-B908-24D0DBC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502923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BFFF3D-8A44-402F-B85E-29DA859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Associative recall is still a task-design issue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B6971-2DC6-480D-A152-6F54FF5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The model remains near random after small-vocabulary and shorter-length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0761B-EA2B-4F54-8055-300429F0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81125"/>
            <a:ext cx="10620375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1871F-15EB-4BBF-89B7-8703CFBF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811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BAF2C-49D5-4843-93F7-7E4F1AEB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763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83E24-D469-41FC-9E41-024D911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811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68D59-D533-4799-84C6-74DD8C8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763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Train length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09ECD-6EE6-463F-ABB6-BEC8B8D8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3811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A5BA6-E972-4D63-B44B-6652D2E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763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Exact@train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DB87F-3E19-4A85-AD88-13E5714B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811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3EBEC-4C22-41A2-A269-FDF66B1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763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Exact@longest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E3717-CB2F-4050-9805-9056C85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811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46C96-852A-4700-9FE6-52D4E135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76375"/>
            <a:ext cx="2562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4CEB7-629D-4E3E-8732-A333182F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F05DD-002E-4872-9F8E-4A19599A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97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Original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7A011-2044-4A4B-BCDF-CD02EC10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145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14333-0CE0-4A51-A5B3-9AE1691F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97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0E387-3D46-40B3-B248-7198DD44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145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42BCC-7784-4D38-A2B3-53BEC098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97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B602A-5D16-499F-BC88-D515AD0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145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68199-7F69-43A9-BAF9-B1C6CC05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97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0.1%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63B06-EC66-4C61-83CA-E56B01A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145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1BCA5-B4A0-481B-829C-75113803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9775"/>
            <a:ext cx="2562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Not learned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E7A10-31AF-4DA3-8C5D-70018F9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B3D2A-2B23-484E-925B-9CBB9936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Small vocab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1BA1B-32FC-4AC8-AAA3-95160BF4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479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D7D49-FFF6-454B-91D2-75853F93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431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B63311-7E0D-486E-B50D-6DA03DD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479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F469C-3A0F-4768-90C8-1A9EFD05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31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2.3%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6227EF-8DD3-484D-BFAA-ED2A88D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479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F641C-8AC4-4E11-97FE-02C9684C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431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0.3%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667405-D5F2-4238-BE30-EF271B15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479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9D18DC-BC64-48D4-9CA8-4741381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43175"/>
            <a:ext cx="2562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Still near random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5B52C2-6B5C-43B3-A3F6-8B7247C8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41B441-7EE2-40D8-A850-70B3C80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Debug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671E82-F078-48AA-9EAD-576B02B9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02B2B6-C096-40AE-A46C-7EBA838A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765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BF172F-4251-46D5-8089-52096AD8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813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37937F-24BF-4699-A00D-1B196291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765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9.3%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128E20-0C02-4675-978E-F2518D44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8132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68E649-B40E-43EA-B317-5D327E3C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76575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0.4%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EC96B9-5450-46AF-8F26-55FC30B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81325"/>
            <a:ext cx="2714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9BAA02-EEF5-4654-8C6D-ADAC5FD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76575"/>
            <a:ext cx="2562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Weak learning 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E63E83-A12C-4746-8E90-E800CEC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9429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817163-4CD0-48D4-826E-4D6FC63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F030DD-CCCE-472C-A7D5-5646CB1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14825"/>
            <a:ext cx="901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Decision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211B1-4290-41A8-8105-703DFF5A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33925"/>
            <a:ext cx="901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Do not spend AWS budget scaling associative recall yet. Keep it as a diagnostic task while positional encoding comparisons start on validated tasks.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08A554-DC45-4D9D-B845-DBC39420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EC387D-639A-4387-8D5C-D0F92D1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951298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5413-EE30-4B99-9821-0A40E99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The plots now support the first failure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C258B-FBED-4CE0-83E6-F7D7B18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Baseline results already split into distinct failure types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f0394e2c0433a"/>
          <a:stretch xmlns:a="http://schemas.openxmlformats.org/drawingml/2006/main"/>
        </p:blipFill>
        <p:spPr>
          <a:xfrm xmlns:a="http://schemas.openxmlformats.org/drawingml/2006/main">
            <a:off x="666750" y="1371600"/>
            <a:ext cx="5334000" cy="37338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397154ad3445b"/>
          <a:stretch xmlns:a="http://schemas.openxmlformats.org/drawingml/2006/main"/>
        </p:blipFill>
        <p:spPr>
          <a:xfrm xmlns:a="http://schemas.openxmlformats.org/drawingml/2006/main">
            <a:off x="6191250" y="1371600"/>
            <a:ext cx="5334000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13A4-8A91-44BF-BB15-8FF40D0F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A45"/>
                </a:solidFill>
              </a:defRPr>
            </a:pPr>
            <a:r>
              <a:rPr sz="1650" b="1">
                <a:solidFill>
                  <a:srgbClr val="182A45"/>
                </a:solidFill>
              </a:rPr>
              <a:t>Pattern A: learned at train length, failed on longer lengths. Pattern B: did not reliably learn the training length.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869B5-C48E-4E1A-A558-8CF07048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A802A-B7E1-42D9-9940-CAD2C7E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305084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576F3A-DD50-4358-BDD4-144B56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A45"/>
                </a:solidFill>
              </a:defRPr>
            </a:pPr>
            <a:r>
              <a:rPr sz="2850" b="1">
                <a:solidFill>
                  <a:srgbClr val="182A45"/>
                </a:solidFill>
              </a:rPr>
              <a:t>Next step: positional encodings on validated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8B793-5970-453C-B247-67337A2F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3"/>
                </a:solidFill>
              </a:defRPr>
            </a:pPr>
            <a:r>
              <a:rPr sz="1350" b="0">
                <a:solidFill>
                  <a:srgbClr val="5C6773"/>
                </a:solidFill>
              </a:rPr>
              <a:t>The baseline is ready to extend, but only where the task is learnable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30DDC-CED9-4A5A-BDBC-4DAA2DC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191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2E283-ACFE-46C8-B61C-0B72539C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5CE18-E0E6-4FC1-8E55-0AEAC60C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C071E-D9E3-4155-B36F-0617176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28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BC556-04E6-483C-9401-7973902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Run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F3C18-D2A8-4674-BADF-68B2A81A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98117-6436-40AF-B098-3BF86153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80E27-573D-41A7-AB3D-330C898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54EE5-0B09-4062-87D4-46DA547E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21C48-F371-4729-BFA5-C16FA2FB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B217F-4EA0-4680-853A-2BCF7B5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Learned vs sinusoidal vs NoPE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48E88-CE08-4DFC-8F4B-5762CF6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804BA-328A-4F9A-B69D-92EE914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Simplest PE comparison; low implementation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0C20C-F8FC-4000-AC19-883F9390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43EAB-0208-4767-9DF7-259B31C7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B598E-7A95-4F7C-AC70-390CB681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3700D-3764-4C48-91AA-984FEAF4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Delayed copy, reverse, addition-16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5B0AB-B364-4FBA-9074-D62F5ECB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489C1-F0A6-4D48-BF9C-441E2155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These tasks have validated baseline behaviour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BE564-1FF4-4CED-B75B-35AD59D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31B4D-D6D0-4DBB-A46A-6081A3D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502E0-136F-423E-8CF9-C7CD6C42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86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55CB4-1D96-4F5D-8786-8121FA04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Add ALiBi and RoPE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79BA7-A9CE-44EA-BFCD-E680CC93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91D83-4395-4C65-8110-3D51AA9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Core paper comparison once the model API is stable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2F920-2D2D-4F01-A5FC-54CD9B7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9E4BB-1D5E-4808-9941-69D22CF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4A01B-A431-4BE5-AECC-4F37CAB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BE67A-BB1C-4200-AC31-45ED17DF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Multiple seeds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D012F-F948-4211-AFA1-BA32625F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567260-8F6B-4BC8-94EA-0AF1547D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1A1E"/>
                </a:solidFill>
              </a:defRPr>
            </a:pPr>
            <a:r>
              <a:rPr sz="1200" b="0">
                <a:solidFill>
                  <a:srgbClr val="161A1E"/>
                </a:solidFill>
              </a:rPr>
              <a:t>Move toward Week 7 robustness after PE pilot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AB911-E1F3-40B7-93B5-E44903F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33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0D2567-D654-4F13-A01A-EE9B433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49D4A7-A1B0-4466-AA5C-F93932A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45"/>
                </a:solidFill>
              </a:defRPr>
            </a:pPr>
            <a:r>
              <a:rPr sz="1800" b="1">
                <a:solidFill>
                  <a:srgbClr val="182A45"/>
                </a:solidFill>
              </a:rPr>
              <a:t>Supervisor feedback requested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D85AC9-EB49-420A-8FB3-9718B18E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891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A1E"/>
                </a:solidFill>
              </a:defRPr>
            </a:pPr>
            <a:r>
              <a:rPr sz="1350" b="0">
                <a:solidFill>
                  <a:srgbClr val="161A1E"/>
                </a:solidFill>
              </a:rPr>
              <a:t>Does this validation plan justify moving to positional encodings on the three validated tasks while associative recall remains under task-design review?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4E731-7A4B-40D9-879D-E2DE1D2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0C8497-9DE5-466B-BB4D-71D9F77B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773"/>
                </a:solidFill>
              </a:defRPr>
            </a:pPr>
            <a:r>
              <a:rPr sz="975" b="0">
                <a:solidFill>
                  <a:srgbClr val="5C6773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267711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2026-07-22T03:28:50.8990000Z</dcterms:created>
  <dcterms:modified xsi:type="dcterms:W3CDTF">2026-07-22T03:28:50.8990000Z</dcterms:modified>
</coreProperties>
</file>